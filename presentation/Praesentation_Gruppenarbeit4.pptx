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0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00000"/>
            <a:ext cx="12188952" cy="54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288000"/>
            <a:ext cx="11108952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Webserver mit
SSH-Fernadministration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110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C3F7"/>
                </a:solidFill>
              </a:rPr>
              <a:t>Gruppenarbeit 4 | IT-Systeme | Gruppe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980000"/>
            <a:ext cx="1980000" cy="540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16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🌍 Apache Webserver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250000"/>
            <a:ext cx="18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Port 80 / HTTP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6000" y="1980000"/>
            <a:ext cx="1980000" cy="540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8000" y="2016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🔒 OpenSSH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8000" y="2250000"/>
            <a:ext cx="18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Port 22 / SSH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12000" y="1980000"/>
            <a:ext cx="1980000" cy="540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000" y="2016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🛡️ UFW Firewall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000" y="2250000"/>
            <a:ext cx="18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Nur Port 22 + 80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556000"/>
            <a:ext cx="1110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👥  Jan  ·  Marian  ·  Mathias  ·  Marco   |   Gruppe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Was war unsere Aufgabe?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360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936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</a:rPr>
              <a:t>Ausgangssituation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1206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Die Müller &amp; Partner GmbH möchte ein
internes Intranet für Mitarbeiter bereitstellen.
Fernadministration des Servers über SSH.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1926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Zu installierende Dienste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2140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🌍  </a:t>
            </a:r>
            <a:r>
              <a:rPr sz="1100">
                <a:solidFill>
                  <a:srgbClr val="FFFFFF"/>
                </a:solidFill>
              </a:rPr>
              <a:t>Apache2 Webserver (HTTP, Port 80)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4732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🔒  </a:t>
            </a:r>
            <a:r>
              <a:rPr sz="1100">
                <a:solidFill>
                  <a:srgbClr val="FFFFFF"/>
                </a:solidFill>
              </a:rPr>
              <a:t>OpenSSH Server (Port 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7324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🛡️  </a:t>
            </a:r>
            <a:r>
              <a:rPr sz="1100">
                <a:solidFill>
                  <a:srgbClr val="FFFFFF"/>
                </a:solidFill>
              </a:rPr>
              <a:t>UFW Firewall (nur SSH + HTTP)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0" y="936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</a:rPr>
              <a:t>Zieldefinition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0000" y="12060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✅  </a:t>
            </a:r>
            <a:r>
              <a:rPr sz="1100">
                <a:solidFill>
                  <a:srgbClr val="FFFFFF"/>
                </a:solidFill>
              </a:rPr>
              <a:t>Client öffnet Webseite im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14652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✅  </a:t>
            </a:r>
            <a:r>
              <a:rPr sz="1100">
                <a:solidFill>
                  <a:srgbClr val="FFFFFF"/>
                </a:solidFill>
              </a:rPr>
              <a:t>Ping Client → Server erfolgreich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0" y="17244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✅  </a:t>
            </a:r>
            <a:r>
              <a:rPr sz="1100">
                <a:solidFill>
                  <a:srgbClr val="FFFFFF"/>
                </a:solidFill>
              </a:rPr>
              <a:t>SSH-Verbindung vom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0" y="19836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✅  </a:t>
            </a:r>
            <a:r>
              <a:rPr sz="1100">
                <a:solidFill>
                  <a:srgbClr val="FFFFFF"/>
                </a:solidFill>
              </a:rPr>
              <a:t>Webserver via SSH administrierbar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0" y="2242800"/>
            <a:ext cx="306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C3F7"/>
                </a:solidFill>
              </a:rPr>
              <a:t>✅  </a:t>
            </a:r>
            <a:r>
              <a:rPr sz="1100">
                <a:solidFill>
                  <a:srgbClr val="FFFFFF"/>
                </a:solidFill>
              </a:rPr>
              <a:t>Firewall: nur Port 22 + 80 offen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Netzwerkplan – Gruppe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360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1080000"/>
            <a:ext cx="2340000" cy="1152000"/>
          </a:xfrm>
          <a:prstGeom prst="rect">
            <a:avLst/>
          </a:prstGeom>
          <a:solidFill>
            <a:srgbClr val="0D2A4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1152000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🖥️  SERVER-VM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" y="1404000"/>
            <a:ext cx="21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BB6A"/>
                </a:solidFill>
              </a:rPr>
              <a:t>172.16.40.10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" y="162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server.gruppe4.local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180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</a:rPr>
              <a:t>Apache2  |  OpenSSH  |  UFW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2016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CCCC"/>
                </a:solidFill>
              </a:rPr>
              <a:t>Ubuntu Server 22.04 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000" y="154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C3F7"/>
                </a:solidFill>
              </a:rPr>
              <a:t>⟵  SSH / HTTP  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000" y="1872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Internes Netzwerk
intnet-gruppe4
(VirtualBox)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0000" y="1080000"/>
            <a:ext cx="2340000" cy="1152000"/>
          </a:xfrm>
          <a:prstGeom prst="rect">
            <a:avLst/>
          </a:prstGeom>
          <a:solidFill>
            <a:srgbClr val="0D2A4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152000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💻  CLIENT-VM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04000"/>
            <a:ext cx="21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BB6A"/>
                </a:solidFill>
              </a:rPr>
              <a:t>172.16.40.100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62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client.gruppe4.local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80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</a:rPr>
              <a:t>Browser  |  SSH-Client  |  Wireshark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016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CCCC"/>
                </a:solidFill>
              </a:rPr>
              <a:t>Ubuntu Desktop 22.04 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2304000"/>
            <a:ext cx="1440000" cy="270000"/>
          </a:xfrm>
          <a:prstGeom prst="rect">
            <a:avLst/>
          </a:prstGeom>
          <a:solidFill>
            <a:srgbClr val="1565C0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" y="234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Gerät/Dienst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0" y="2304000"/>
            <a:ext cx="1440000" cy="270000"/>
          </a:xfrm>
          <a:prstGeom prst="rect">
            <a:avLst/>
          </a:prstGeom>
          <a:solidFill>
            <a:srgbClr val="1565C0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36000" y="234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IP-Adresse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00" y="2304000"/>
            <a:ext cx="2160000" cy="270000"/>
          </a:xfrm>
          <a:prstGeom prst="rect">
            <a:avLst/>
          </a:prstGeom>
          <a:solidFill>
            <a:srgbClr val="1565C0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000" y="2340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Hostname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0" y="2304000"/>
            <a:ext cx="900000" cy="270000"/>
          </a:xfrm>
          <a:prstGeom prst="rect">
            <a:avLst/>
          </a:prstGeom>
          <a:solidFill>
            <a:srgbClr val="1565C0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36000" y="2340000"/>
            <a:ext cx="8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Subnetz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2574000"/>
            <a:ext cx="144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000" y="261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</a:rPr>
              <a:t>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00000" y="2574000"/>
            <a:ext cx="144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36000" y="261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172.16.40.10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0000" y="2574000"/>
            <a:ext cx="216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6000" y="2610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server.gruppe4.local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00000" y="2574000"/>
            <a:ext cx="90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36000" y="2610000"/>
            <a:ext cx="8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/24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2844000"/>
            <a:ext cx="1440000" cy="270000"/>
          </a:xfrm>
          <a:prstGeom prst="rect">
            <a:avLst/>
          </a:prstGeom>
          <a:solidFill>
            <a:srgbClr val="0D1B2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000" y="288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</a:rPr>
              <a:t> Client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00000" y="2844000"/>
            <a:ext cx="1440000" cy="270000"/>
          </a:xfrm>
          <a:prstGeom prst="rect">
            <a:avLst/>
          </a:prstGeom>
          <a:solidFill>
            <a:srgbClr val="0D1B2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36000" y="288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172.16.40.100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0000" y="2844000"/>
            <a:ext cx="2160000" cy="270000"/>
          </a:xfrm>
          <a:prstGeom prst="rect">
            <a:avLst/>
          </a:prstGeom>
          <a:solidFill>
            <a:srgbClr val="0D1B2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6000" y="2880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client.gruppe4.local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00000" y="2844000"/>
            <a:ext cx="900000" cy="270000"/>
          </a:xfrm>
          <a:prstGeom prst="rect">
            <a:avLst/>
          </a:prstGeom>
          <a:solidFill>
            <a:srgbClr val="0D1B2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6000" y="2880000"/>
            <a:ext cx="8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/24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3114000"/>
            <a:ext cx="144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6000" y="315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</a:rPr>
              <a:t> Netzwerk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00000" y="3114000"/>
            <a:ext cx="144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36000" y="3150000"/>
            <a:ext cx="13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172.16.40.0/24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0000" y="3114000"/>
            <a:ext cx="216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6000" y="3150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00000" y="3114000"/>
            <a:ext cx="900000" cy="270000"/>
          </a:xfrm>
          <a:prstGeom prst="rect">
            <a:avLst/>
          </a:prstGeom>
          <a:solidFill>
            <a:srgbClr val="1A2A3A"/>
          </a:solidFill>
          <a:ln w="381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36000" y="3150000"/>
            <a:ext cx="8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255.255.255.0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Eingerichtete Dienste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360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936000"/>
            <a:ext cx="2160000" cy="1655999"/>
          </a:xfrm>
          <a:prstGeom prst="rect">
            <a:avLst/>
          </a:prstGeom>
          <a:solidFill>
            <a:srgbClr val="0D223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990000"/>
            <a:ext cx="20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🌍  Apache2 Webserver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24000"/>
            <a:ext cx="201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BB6A"/>
                </a:solidFill>
              </a:rPr>
              <a:t>Port 80 / 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1386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Intranet-Webseite unter /var/www/html/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1584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Zugriff über Browser vom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" y="1782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Logs: /var/log/apache2/access.log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" y="2016000"/>
            <a:ext cx="2088000" cy="576000"/>
          </a:xfrm>
          <a:prstGeom prst="rect">
            <a:avLst/>
          </a:prstGeom>
          <a:solidFill>
            <a:srgbClr val="1E1E2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2070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apt install apache2 -y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226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systemctl enable apache2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4000" y="936000"/>
            <a:ext cx="2160000" cy="1655999"/>
          </a:xfrm>
          <a:prstGeom prst="rect">
            <a:avLst/>
          </a:prstGeom>
          <a:solidFill>
            <a:srgbClr val="0D223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6000" y="990000"/>
            <a:ext cx="20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🔒  OpenSSH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6000" y="1224000"/>
            <a:ext cx="201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BB6A"/>
                </a:solidFill>
              </a:rPr>
              <a:t>Port 22 / SSH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0000" y="1386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Fernadministration des Servers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0000" y="1584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PermitRootLogin=no (sicherer)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0000" y="1782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SSH-Banner konfiguriert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90000" y="2016000"/>
            <a:ext cx="2088000" cy="576000"/>
          </a:xfrm>
          <a:prstGeom prst="rect">
            <a:avLst/>
          </a:prstGeom>
          <a:solidFill>
            <a:srgbClr val="1E1E2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90000" y="2070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apt install openssh-server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0000" y="226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ssh admin@172.16.40.10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00" y="936000"/>
            <a:ext cx="2160000" cy="1655999"/>
          </a:xfrm>
          <a:prstGeom prst="rect">
            <a:avLst/>
          </a:prstGeom>
          <a:solidFill>
            <a:srgbClr val="0D223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0000" y="990000"/>
            <a:ext cx="20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🛡️  UFW Firewall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0" y="1224000"/>
            <a:ext cx="201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BB6A"/>
                </a:solidFill>
              </a:rPr>
              <a:t>deny incoming + 22 + 80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000" y="1386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Standard: alles blockieren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000" y="1584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Erlaubt: Port 22 (SSH)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000" y="1782000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  ▸  Erlaubt: Port 80 (HTTP)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4000" y="2016000"/>
            <a:ext cx="2088000" cy="774000"/>
          </a:xfrm>
          <a:prstGeom prst="rect">
            <a:avLst/>
          </a:prstGeom>
          <a:solidFill>
            <a:srgbClr val="1E1E2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4000" y="2070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ufw default deny incoming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000" y="226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ufw allow 22/tcp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000" y="2466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ufw allow 80/tcp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2574000"/>
            <a:ext cx="1146895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SSH Port 22  |  ✅ HTTP Port 80  |  ❌ Alle anderen Ports BLOCKIERT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Wie haben wir es umgesetzt?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360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936000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</a:rPr>
              <a:t>🖥️  Server-VM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1880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11880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" y="1206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Ubuntu Server 22.04 in VirtualBox installiert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4472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4472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" y="14652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Statische IP 172.16.40.10 via Netplan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17064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17064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" y="17244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Hostname: server.gruppe4.local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19656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19656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" y="19836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OpenSSH mit Banner + AllowUsers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22248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22248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" y="22428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Apache2 + Intranet-Webseite erstellt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24840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24840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" y="2502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UFW: deny all → allow 22 + 80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0" y="936000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</a:rPr>
              <a:t>💻  Client-VM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0" y="11880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0" y="11880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0000" y="1206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Ubuntu Desktop in VirtualBox eingerichtet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0" y="14472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60000" y="14472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0000" y="14652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Statische IP 172.16.40.100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0000" y="17064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60000" y="17064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0000" y="17244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Server in /etc/hosts eingetragen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60000" y="19656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0000" y="19656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0000" y="19836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SSH-Verbindung zum Server hergestellt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60000" y="22248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60000" y="22248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0000" y="22428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Webseite im Browser geöffnet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60000" y="2484000"/>
            <a:ext cx="234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0000" y="2484000"/>
            <a:ext cx="23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0000" y="2502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Webserver via SSH administriert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2520000"/>
            <a:ext cx="11468952" cy="972000"/>
          </a:xfrm>
          <a:prstGeom prst="rect">
            <a:avLst/>
          </a:prstGeom>
          <a:solidFill>
            <a:srgbClr val="1E1E2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000" y="2574000"/>
            <a:ext cx="11360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C3F7"/>
                </a:solidFill>
              </a:rPr>
              <a:t>  # SSH-Verbindung Client → Server: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2772000"/>
            <a:ext cx="11360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ssh admin@172.16.40.10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0000" y="2970000"/>
            <a:ext cx="11360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C3F7"/>
                </a:solidFill>
              </a:rPr>
              <a:t>  # Webseite im Browser: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3168000"/>
            <a:ext cx="11360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6F4"/>
                </a:solidFill>
              </a:rPr>
              <a:t>  http://172.16.40.10   |   http://server.gruppe4.local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Funktionstests – Checkliste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360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9360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9648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" y="972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Server-IP 172.16.40.10 konfiguriert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000" y="9720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ip addr show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2312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12600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" y="1267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Client-IP 172.16.40.100 konfiguriert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000" y="12672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ip addr show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5264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" y="15552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" y="1562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Ping Client →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8000" y="15624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ping -c 4 172.16.40.10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18216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000" y="18504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" y="1857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SSH-Login mit Banner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8000" y="18576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ssh admin@172.16.40.10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21168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" y="21456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" y="2152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Apache Webserver aktiv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8000" y="21528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systemctl status apache2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80000" y="9360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6000" y="9648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972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Webseite im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8000" y="9720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http://172.16.40.10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0000" y="12312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6000" y="12600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0000" y="1267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Firewall aktiv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8000" y="12672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sudo ufw status verbose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0000" y="15264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16000" y="15552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0000" y="1562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HTTP-Pakete in Wireshark sichtbar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8000" y="15624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tcp.port == 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80000" y="18216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16000" y="18504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50000" y="1857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Webseite via SSH editiert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18576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sudo nano /var/www/html/index.html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80000" y="2116800"/>
            <a:ext cx="3311999" cy="259200"/>
          </a:xfrm>
          <a:prstGeom prst="rect">
            <a:avLst/>
          </a:prstGeom>
          <a:solidFill>
            <a:srgbClr val="0D223A"/>
          </a:solidFill>
          <a:ln w="381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6000" y="2145600"/>
            <a:ext cx="2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000" y="2152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Apache-Log zeigt Zugriffe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2152800"/>
            <a:ext cx="100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9B4FA"/>
                </a:solidFill>
              </a:rPr>
              <a:t>tail /var/log/apache2/access.log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Netzwerkanalyse mit Wireshark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360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936000"/>
            <a:ext cx="3311999" cy="1548000"/>
          </a:xfrm>
          <a:prstGeom prst="rect">
            <a:avLst/>
          </a:prstGeom>
          <a:solidFill>
            <a:srgbClr val="0D223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990000"/>
            <a:ext cx="31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📡  HTTP-Analyse (Port 80)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420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🟢  TCP SYN – Verbindungsaufbau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14508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🔵  HTTP GET – Browser fordert Seite 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16596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🟢  HTTP 200 OK – Server antwortet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18684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🟠  TCP FIN – Verbindungsabbau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20772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⚠️  HTTP = Klartext! Inhalt lesbar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2304000"/>
            <a:ext cx="3168000" cy="378000"/>
          </a:xfrm>
          <a:prstGeom prst="rect">
            <a:avLst/>
          </a:prstGeom>
          <a:solidFill>
            <a:srgbClr val="1E1E2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2358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tcpdump -i enp0s3 port 80 -v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8000" y="936000"/>
            <a:ext cx="3311999" cy="1548000"/>
          </a:xfrm>
          <a:prstGeom prst="rect">
            <a:avLst/>
          </a:prstGeom>
          <a:solidFill>
            <a:srgbClr val="0D223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0000" y="990000"/>
            <a:ext cx="31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🔒  SSH-Analyse (Port 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12420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🟢  TCP Handshake – Verbindungsaufbau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14508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🔵  SSHv2 Banner – Protokollversion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0" y="16596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🔒  Encrypted – Inhalt verschlüsselt!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0" y="18684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✅  Kein Klartext sichtbar (anders als HTTP)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0000" y="2077200"/>
            <a:ext cx="31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🛡️  Sicher gegen Mitlesen im Netzwerk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0000" y="2304000"/>
            <a:ext cx="3168000" cy="378000"/>
          </a:xfrm>
          <a:prstGeom prst="rect">
            <a:avLst/>
          </a:prstGeom>
          <a:solidFill>
            <a:srgbClr val="1E1E2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0" y="2358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B4FA"/>
                </a:solidFill>
              </a:rPr>
              <a:t>  sudo tcpdump -i enp0s3 port 22 -v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Müller &amp; Partner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000"/>
            <a:ext cx="1218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FC3F7"/>
                </a:solidFill>
              </a:rPr>
              <a:t>Gruppenarbeit 4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000"/>
            <a:ext cx="12188952" cy="28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7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  Gruppe 4 | Jan · Marian · Mathias · 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172.16.40.0/24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4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C3F7"/>
                </a:solidFill>
              </a:rPr>
              <a:t>Was würden wir in der Praxis zusätzlich beachten?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846000"/>
            <a:ext cx="4320000" cy="25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954000"/>
            <a:ext cx="5698476" cy="468000"/>
          </a:xfrm>
          <a:prstGeom prst="rect">
            <a:avLst/>
          </a:prstGeom>
          <a:solidFill>
            <a:srgbClr val="0D223A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990000"/>
            <a:ext cx="555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🔐  HTTPS statt 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188000"/>
            <a:ext cx="555447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TLS-Zertifikat (Let's Encrypt), kein Klartext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0476" y="954000"/>
            <a:ext cx="5698476" cy="468000"/>
          </a:xfrm>
          <a:prstGeom prst="rect">
            <a:avLst/>
          </a:prstGeom>
          <a:solidFill>
            <a:srgbClr val="0D223A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2476" y="990000"/>
            <a:ext cx="555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🗝️  SSH-Schlüssel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476" y="1188000"/>
            <a:ext cx="555447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Passwort-Login deaktivieren, nur Public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1476000"/>
            <a:ext cx="5698476" cy="468000"/>
          </a:xfrm>
          <a:prstGeom prst="rect">
            <a:avLst/>
          </a:prstGeom>
          <a:solidFill>
            <a:srgbClr val="0D223A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1512000"/>
            <a:ext cx="555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🚫  Fail2Ban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1710000"/>
            <a:ext cx="555447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Auto-Sperre bei zu vielen Fehlversuchen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0476" y="1476000"/>
            <a:ext cx="5698476" cy="468000"/>
          </a:xfrm>
          <a:prstGeom prst="rect">
            <a:avLst/>
          </a:prstGeom>
          <a:solidFill>
            <a:srgbClr val="0D223A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2476" y="1512000"/>
            <a:ext cx="555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🔄  Automatische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476" y="1710000"/>
            <a:ext cx="555447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unattended-upgrades für Sicherheitspatches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1998000"/>
            <a:ext cx="5698476" cy="468000"/>
          </a:xfrm>
          <a:prstGeom prst="rect">
            <a:avLst/>
          </a:prstGeom>
          <a:solidFill>
            <a:srgbClr val="0D223A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2034000"/>
            <a:ext cx="555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📊 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2232000"/>
            <a:ext cx="555447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Prometheus + Grafana, Log-Überwachung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0476" y="1998000"/>
            <a:ext cx="5698476" cy="468000"/>
          </a:xfrm>
          <a:prstGeom prst="rect">
            <a:avLst/>
          </a:prstGeom>
          <a:solidFill>
            <a:srgbClr val="0D223A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2476" y="2034000"/>
            <a:ext cx="555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🌐  VPN-Zugang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2476" y="2232000"/>
            <a:ext cx="555447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SSH nur über VPN, nicht direkt im Internet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2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20000"/>
            <a:ext cx="12188952" cy="43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288000"/>
            <a:ext cx="1110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Ergebnis &amp; Fazit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720000"/>
            <a:ext cx="1110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FC3F7"/>
                </a:solidFill>
              </a:rPr>
              <a:t>Alle Projektziele wurden erreicht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728000"/>
            <a:ext cx="1620000" cy="576000"/>
          </a:xfrm>
          <a:prstGeom prst="rect">
            <a:avLst/>
          </a:prstGeom>
          <a:solidFill>
            <a:srgbClr val="0D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1764000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1980000"/>
            <a:ext cx="14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Apache Webserver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2142000"/>
            <a:ext cx="147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http://172.16.40.10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8000" y="1728000"/>
            <a:ext cx="1620000" cy="576000"/>
          </a:xfrm>
          <a:prstGeom prst="rect">
            <a:avLst/>
          </a:prstGeom>
          <a:solidFill>
            <a:srgbClr val="0D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000" y="1764000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1980000"/>
            <a:ext cx="14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0000" y="2142000"/>
            <a:ext cx="147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ssh admin@172.16.40.10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6000" y="1728000"/>
            <a:ext cx="1620000" cy="576000"/>
          </a:xfrm>
          <a:prstGeom prst="rect">
            <a:avLst/>
          </a:prstGeom>
          <a:solidFill>
            <a:srgbClr val="0D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000" y="1764000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8000" y="1980000"/>
            <a:ext cx="14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UFW Firewall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8000" y="2142000"/>
            <a:ext cx="147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Port 22 + 80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4000" y="1728000"/>
            <a:ext cx="1620000" cy="576000"/>
          </a:xfrm>
          <a:prstGeom prst="rect">
            <a:avLst/>
          </a:prstGeom>
          <a:solidFill>
            <a:srgbClr val="0D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6000" y="1764000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6000" y="1980000"/>
            <a:ext cx="14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Client getestet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6000" y="2142000"/>
            <a:ext cx="147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Browser + SSH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2394000"/>
            <a:ext cx="1110895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BB6A"/>
                </a:solidFill>
              </a:rPr>
              <a:t>🌐  http://172.16.40.10   |   💻  ssh admin@172.16.40.10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556000"/>
            <a:ext cx="11108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Gruppe 4: Jan · Marian · Mathias · Marco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